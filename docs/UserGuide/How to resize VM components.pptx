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6"/>
  </p:notesMasterIdLst>
  <p:handoutMasterIdLst>
    <p:handoutMasterId r:id="rId17"/>
  </p:handoutMasterIdLst>
  <p:sldIdLst>
    <p:sldId id="256" r:id="rId2"/>
    <p:sldId id="276" r:id="rId3"/>
    <p:sldId id="263" r:id="rId4"/>
    <p:sldId id="262" r:id="rId5"/>
    <p:sldId id="264" r:id="rId6"/>
    <p:sldId id="268" r:id="rId7"/>
    <p:sldId id="265" r:id="rId8"/>
    <p:sldId id="269" r:id="rId9"/>
    <p:sldId id="270" r:id="rId10"/>
    <p:sldId id="271" r:id="rId11"/>
    <p:sldId id="272" r:id="rId12"/>
    <p:sldId id="273" r:id="rId13"/>
    <p:sldId id="275" r:id="rId14"/>
    <p:sldId id="258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160" d="100"/>
          <a:sy n="160" d="100"/>
        </p:scale>
        <p:origin x="162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48" d="100"/>
          <a:sy n="148" d="100"/>
        </p:scale>
        <p:origin x="2442" y="-18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7951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3188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4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5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7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93DCF-B2CE-437E-84DF-CE8486889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AddClassification"/>
          <p:cNvSpPr txBox="1">
            <a:spLocks noChangeArrowheads="1"/>
          </p:cNvSpPr>
          <p:nvPr userDrawn="1"/>
        </p:nvSpPr>
        <p:spPr bwMode="auto">
          <a:xfrm>
            <a:off x="3830451" y="4652161"/>
            <a:ext cx="148309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8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© Atos - For internal use</a:t>
            </a:r>
            <a:endParaRPr lang="en-US" sz="8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5" y="4737600"/>
            <a:ext cx="1635224" cy="86075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2A67D0E-7482-4A6A-9596-65138D418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53" y="1487559"/>
            <a:ext cx="8370094" cy="2168382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lnSpc>
                <a:spcPts val="5625"/>
              </a:lnSpc>
              <a:defRPr sz="4800" b="0" i="0" baseline="0">
                <a:solidFill>
                  <a:schemeClr val="bg1"/>
                </a:solidFill>
                <a:latin typeface="+mj-lt"/>
                <a:ea typeface="Stag Sans Light" charset="0"/>
                <a:cs typeface="Stag Sans Light" charset="0"/>
              </a:defRPr>
            </a:lvl1pPr>
          </a:lstStyle>
          <a:p>
            <a:r>
              <a:rPr lang="en-US" dirty="0"/>
              <a:t>This is</a:t>
            </a:r>
            <a:br>
              <a:rPr lang="en-US" dirty="0"/>
            </a:br>
            <a:r>
              <a:rPr lang="en-US" dirty="0"/>
              <a:t>the title</a:t>
            </a:r>
            <a:br>
              <a:rPr lang="en-US" dirty="0"/>
            </a:br>
            <a:r>
              <a:rPr lang="en-US" dirty="0"/>
              <a:t>of this PPT</a:t>
            </a:r>
          </a:p>
        </p:txBody>
      </p:sp>
      <p:sp>
        <p:nvSpPr>
          <p:cNvPr id="8" name="AddCustomDate#1"/>
          <p:cNvSpPr txBox="1"/>
          <p:nvPr userDrawn="1"/>
        </p:nvSpPr>
        <p:spPr>
          <a:xfrm>
            <a:off x="251520" y="4037848"/>
            <a:ext cx="1178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2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dd-mm-yyyy</a:t>
            </a:r>
            <a:endParaRPr lang="nl-NL" sz="12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3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" y="1559341"/>
            <a:ext cx="9166852" cy="2024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0724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300" y="1150978"/>
            <a:ext cx="8748000" cy="347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329209" y="944932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782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2nd top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6488" y="843558"/>
            <a:ext cx="8748000" cy="3723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1534505"/>
            <a:ext cx="9192464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939"/>
            <a:ext cx="9180512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9341"/>
            <a:ext cx="9180512" cy="20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0512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3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" y="1560265"/>
            <a:ext cx="9197784" cy="20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2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05"/>
            <a:ext cx="9186488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769"/>
            <a:ext cx="9186488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6488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9509"/>
            <a:ext cx="9204416" cy="20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769"/>
            <a:ext cx="9204416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939"/>
            <a:ext cx="9204416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04048" y="1995686"/>
            <a:ext cx="403244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0381"/>
            <a:ext cx="9204416" cy="2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E1C74D-134F-4EB2-9532-ED3805FD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15778" y="1203598"/>
            <a:ext cx="6516462" cy="110251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4800" b="0" baseline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Click to edit the title</a:t>
            </a:r>
          </a:p>
        </p:txBody>
      </p:sp>
      <p:sp>
        <p:nvSpPr>
          <p:cNvPr id="7" name="AddNotifier#1"/>
          <p:cNvSpPr txBox="1">
            <a:spLocks noChangeArrowheads="1"/>
          </p:cNvSpPr>
          <p:nvPr userDrawn="1"/>
        </p:nvSpPr>
        <p:spPr bwMode="auto">
          <a:xfrm>
            <a:off x="234015" y="4208250"/>
            <a:ext cx="3689913" cy="6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>
                <a:solidFill>
                  <a:schemeClr val="bg1">
                    <a:lumMod val="8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AddCustomFooter#1"/>
          <p:cNvSpPr txBox="1"/>
          <p:nvPr userDrawn="1"/>
        </p:nvSpPr>
        <p:spPr>
          <a:xfrm>
            <a:off x="236700" y="4729862"/>
            <a:ext cx="3243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0">
                <a:latin typeface="Verdana" pitchFamily="34" charset="0"/>
                <a:ea typeface="Verdana" pitchFamily="34" charset="0"/>
                <a:cs typeface="Verdana" pitchFamily="34" charset="0"/>
              </a:rPr>
              <a:t>       | dd-mm-yyyy | © Atos - For internal use </a:t>
            </a:r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9981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55" r:id="rId2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270000" indent="-270000" algn="l" defTabSz="914400" rtl="0" eaLnBrk="1" latinLnBrk="0" hangingPunct="1">
        <a:spcBef>
          <a:spcPct val="20000"/>
        </a:spcBef>
        <a:buClr>
          <a:schemeClr val="tx2"/>
        </a:buClr>
        <a:buFont typeface="Lucida Sans Unicode" pitchFamily="34" charset="0"/>
        <a:buChar char="▶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40000" indent="-270000" algn="l" defTabSz="914400" rtl="0" eaLnBrk="1" latinLnBrk="0" hangingPunct="1">
        <a:spcBef>
          <a:spcPts val="384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1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08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52" y="1853604"/>
            <a:ext cx="8370094" cy="1436291"/>
          </a:xfrm>
        </p:spPr>
        <p:txBody>
          <a:bodyPr/>
          <a:lstStyle/>
          <a:p>
            <a:pPr algn="ctr"/>
            <a:r>
              <a:rPr lang="en-US" dirty="0"/>
              <a:t>How to resize </a:t>
            </a:r>
            <a:br>
              <a:rPr lang="en-US" dirty="0"/>
            </a:br>
            <a:r>
              <a:rPr lang="en-US" dirty="0"/>
              <a:t>components of VM</a:t>
            </a:r>
          </a:p>
        </p:txBody>
      </p:sp>
    </p:spTree>
    <p:extLst>
      <p:ext uri="{BB962C8B-B14F-4D97-AF65-F5344CB8AC3E}">
        <p14:creationId xmlns:p14="http://schemas.microsoft.com/office/powerpoint/2010/main" val="25228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E7E60-28C7-49B4-93C6-8F524E9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All configuration </a:t>
            </a:r>
            <a:r>
              <a:rPr lang="pl-PL" sz="3200" dirty="0" err="1"/>
              <a:t>options</a:t>
            </a:r>
            <a:r>
              <a:rPr lang="pl-PL" sz="3200" dirty="0"/>
              <a:t> </a:t>
            </a:r>
            <a:r>
              <a:rPr lang="en-US" sz="3200" dirty="0"/>
              <a:t>and settings visible in this presentation can be different than you</a:t>
            </a:r>
            <a:r>
              <a:rPr lang="pl-PL" sz="3200" dirty="0" err="1"/>
              <a:t>rs</a:t>
            </a:r>
            <a:r>
              <a:rPr lang="en-US" sz="3200" dirty="0"/>
              <a:t>. It </a:t>
            </a:r>
            <a:r>
              <a:rPr lang="pl-PL" sz="3200" dirty="0" err="1"/>
              <a:t>depends</a:t>
            </a:r>
            <a:r>
              <a:rPr lang="pl-PL" sz="3200" dirty="0"/>
              <a:t> </a:t>
            </a:r>
            <a:r>
              <a:rPr lang="en-US" sz="3200" dirty="0"/>
              <a:t>on you privileges, settings and agreement.</a:t>
            </a:r>
          </a:p>
        </p:txBody>
      </p:sp>
    </p:spTree>
    <p:extLst>
      <p:ext uri="{BB962C8B-B14F-4D97-AF65-F5344CB8AC3E}">
        <p14:creationId xmlns:p14="http://schemas.microsoft.com/office/powerpoint/2010/main" val="237232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0" y="1995686"/>
            <a:ext cx="5628456" cy="1080120"/>
          </a:xfrm>
        </p:spPr>
        <p:txBody>
          <a:bodyPr/>
          <a:lstStyle/>
          <a:p>
            <a:r>
              <a:rPr lang="en-US" dirty="0"/>
              <a:t>Log in to VM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74082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email address previously added to VMware Cloud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00911-B787-485D-B76D-703C1490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1550"/>
            <a:ext cx="3553502" cy="35791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26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password for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13A-7E1C-42DD-A7A4-754BDB2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0" y="971552"/>
            <a:ext cx="3273550" cy="35452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203848" y="1995686"/>
            <a:ext cx="5635352" cy="1080120"/>
          </a:xfrm>
        </p:spPr>
        <p:txBody>
          <a:bodyPr/>
          <a:lstStyle/>
          <a:p>
            <a:r>
              <a:rPr lang="en-US" dirty="0"/>
              <a:t>Resize the VM </a:t>
            </a:r>
            <a:r>
              <a:rPr lang="en-US" dirty="0" err="1"/>
              <a:t>compontents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39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A67BB-F509-4E3A-9B00-E28C1D51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71550"/>
            <a:ext cx="3584700" cy="356009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Section “My Services” find a block with </a:t>
            </a:r>
            <a:r>
              <a:rPr lang="pl-PL" dirty="0"/>
              <a:t>the </a:t>
            </a:r>
            <a:r>
              <a:rPr lang="en-US" dirty="0"/>
              <a:t>title “</a:t>
            </a:r>
            <a:r>
              <a:rPr lang="en-US" dirty="0" err="1"/>
              <a:t>Vmware</a:t>
            </a:r>
            <a:r>
              <a:rPr lang="en-US" dirty="0"/>
              <a:t> Service Broker” – click on </a:t>
            </a:r>
            <a:r>
              <a:rPr lang="pl-PL" dirty="0" err="1"/>
              <a:t>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look of this page is up to your privileges and roles which are assigned </a:t>
            </a:r>
            <a:r>
              <a:rPr lang="pl-PL" dirty="0"/>
              <a:t>to</a:t>
            </a:r>
            <a:r>
              <a:rPr lang="en-US" dirty="0"/>
              <a:t>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7</a:t>
            </a:fld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3048000" y="2161049"/>
            <a:ext cx="1295400" cy="48690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C876F-D52E-42E8-8F83-9A18B10D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7064A-F45E-4F6D-8EFD-33168496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214231" cy="3581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3225A5-6C83-436C-9072-635CED00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Please find the card “Deployments” on the top of </a:t>
            </a:r>
            <a:r>
              <a:rPr lang="pl-PL" dirty="0"/>
              <a:t>a </a:t>
            </a:r>
            <a:r>
              <a:rPr lang="en-US" dirty="0"/>
              <a:t>page. Click 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You have to ha</a:t>
            </a:r>
            <a:r>
              <a:rPr lang="pl-PL" dirty="0" err="1"/>
              <a:t>ve</a:t>
            </a:r>
            <a:r>
              <a:rPr lang="en-US" dirty="0"/>
              <a:t> already deployed Virtual Machine. Without VM you cannot add </a:t>
            </a:r>
            <a:r>
              <a:rPr lang="pl-PL" dirty="0"/>
              <a:t>a </a:t>
            </a:r>
            <a:r>
              <a:rPr lang="en-US" dirty="0"/>
              <a:t>disk to them.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8DD074-9664-43E5-BAEC-8ADC1E20520A}"/>
              </a:ext>
            </a:extLst>
          </p:cNvPr>
          <p:cNvCxnSpPr>
            <a:cxnSpLocks/>
          </p:cNvCxnSpPr>
          <p:nvPr/>
        </p:nvCxnSpPr>
        <p:spPr>
          <a:xfrm flipH="1">
            <a:off x="1600200" y="1917598"/>
            <a:ext cx="2743200" cy="44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4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8A13-717A-40C2-BE84-E114B6B31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F425-0CD7-4A3D-B26E-F07B27A8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654003" cy="35749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969D40-D3F8-4DD5-BC64-0646531D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machine you want to add the disk to. When you find </a:t>
            </a:r>
            <a:r>
              <a:rPr lang="pl-PL" dirty="0" err="1"/>
              <a:t>an</a:t>
            </a:r>
            <a:r>
              <a:rPr lang="pl-PL" dirty="0"/>
              <a:t> </a:t>
            </a:r>
            <a:r>
              <a:rPr lang="en-US" dirty="0"/>
              <a:t>appropriate machine, click on the title of</a:t>
            </a:r>
            <a:r>
              <a:rPr lang="pl-PL" dirty="0"/>
              <a:t> a</a:t>
            </a:r>
            <a:r>
              <a:rPr lang="en-US" dirty="0"/>
              <a:t> finished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On the page you can see many finished process</a:t>
            </a:r>
            <a:r>
              <a:rPr lang="pl-PL" dirty="0"/>
              <a:t>es</a:t>
            </a:r>
            <a:r>
              <a:rPr lang="en-US" dirty="0"/>
              <a:t> which deployed </a:t>
            </a:r>
            <a:r>
              <a:rPr lang="pl-PL" dirty="0"/>
              <a:t>a </a:t>
            </a:r>
            <a:r>
              <a:rPr lang="en-US" dirty="0"/>
              <a:t>single machine or series of machine</a:t>
            </a:r>
            <a:r>
              <a:rPr lang="pl-PL" dirty="0"/>
              <a:t>s</a:t>
            </a:r>
            <a:r>
              <a:rPr lang="en-US" dirty="0"/>
              <a:t>. To identify the machine look on the title of </a:t>
            </a:r>
            <a:r>
              <a:rPr lang="pl-PL" dirty="0"/>
              <a:t>a </a:t>
            </a:r>
            <a:r>
              <a:rPr lang="en-US" dirty="0"/>
              <a:t>finished process.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A15C1-27A9-4D34-A2B8-C747DE4A99DD}"/>
              </a:ext>
            </a:extLst>
          </p:cNvPr>
          <p:cNvCxnSpPr>
            <a:cxnSpLocks/>
          </p:cNvCxnSpPr>
          <p:nvPr/>
        </p:nvCxnSpPr>
        <p:spPr>
          <a:xfrm flipH="1">
            <a:off x="1752600" y="1917598"/>
            <a:ext cx="2590800" cy="1187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1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DA01C-E8FE-4A4E-B5BE-A75F0EE2E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29E84-1C91-48EC-B346-34725CA9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64042"/>
            <a:ext cx="7543800" cy="35860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1546A9-FC60-45B5-BFD2-557CCA0DD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2" y="350865"/>
            <a:ext cx="8718318" cy="4105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click “ACTIONS”</a:t>
            </a:r>
            <a:r>
              <a:rPr lang="pl-PL" dirty="0"/>
              <a:t> in the menu on the </a:t>
            </a:r>
            <a:r>
              <a:rPr lang="pl-PL" dirty="0" err="1"/>
              <a:t>right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18F3C-47F9-4AB4-A67A-FFE510A6AE27}"/>
              </a:ext>
            </a:extLst>
          </p:cNvPr>
          <p:cNvCxnSpPr>
            <a:cxnSpLocks/>
          </p:cNvCxnSpPr>
          <p:nvPr/>
        </p:nvCxnSpPr>
        <p:spPr>
          <a:xfrm>
            <a:off x="5029200" y="666750"/>
            <a:ext cx="2590800" cy="2362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3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07370-41D6-4E3D-98D0-55C89DEA2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D2010A-654B-456D-8D95-9B765003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399" y="1337137"/>
            <a:ext cx="4362691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menu find the “Resize” and click </a:t>
            </a:r>
            <a:r>
              <a:rPr lang="pl-PL" dirty="0"/>
              <a:t>on </a:t>
            </a:r>
            <a:r>
              <a:rPr lang="pl-PL" dirty="0" err="1"/>
              <a:t>it</a:t>
            </a:r>
            <a:r>
              <a:rPr lang="en-US" dirty="0"/>
              <a:t>. You will see new windows which allow you </a:t>
            </a:r>
            <a:r>
              <a:rPr lang="pl-PL" dirty="0"/>
              <a:t>to </a:t>
            </a:r>
            <a:r>
              <a:rPr lang="en-US" dirty="0"/>
              <a:t>resize the components like vCPU or memory of the VM.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option like others can be disabled. It</a:t>
            </a:r>
            <a:r>
              <a:rPr lang="pl-PL" dirty="0"/>
              <a:t> </a:t>
            </a:r>
            <a:r>
              <a:rPr lang="pl-PL" dirty="0" err="1"/>
              <a:t>depends</a:t>
            </a:r>
            <a:r>
              <a:rPr lang="pl-PL" dirty="0"/>
              <a:t> on </a:t>
            </a:r>
            <a:r>
              <a:rPr lang="pl-PL" dirty="0" err="1"/>
              <a:t>your</a:t>
            </a:r>
            <a:r>
              <a:rPr lang="pl-PL" dirty="0"/>
              <a:t> </a:t>
            </a:r>
            <a:r>
              <a:rPr lang="en-US" dirty="0"/>
              <a:t>privileges.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9B5FFA-8C2C-4171-B665-A17620633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5" y="966537"/>
            <a:ext cx="1682515" cy="358641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D6ABD6-5B1B-4537-88D7-D880CA4F2121}"/>
              </a:ext>
            </a:extLst>
          </p:cNvPr>
          <p:cNvCxnSpPr>
            <a:cxnSpLocks/>
          </p:cNvCxnSpPr>
          <p:nvPr/>
        </p:nvCxnSpPr>
        <p:spPr>
          <a:xfrm flipH="1">
            <a:off x="1447800" y="1917598"/>
            <a:ext cx="2895600" cy="1568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6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37E391-376C-4432-BFE4-BCB29AB05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123950"/>
            <a:ext cx="4500563" cy="31623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092310-4969-4E50-A315-9ED90B0CD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F1AED2-24D0-472A-BC84-1C106FF366E2}"/>
              </a:ext>
            </a:extLst>
          </p:cNvPr>
          <p:cNvSpPr txBox="1">
            <a:spLocks/>
          </p:cNvSpPr>
          <p:nvPr/>
        </p:nvSpPr>
        <p:spPr>
          <a:xfrm>
            <a:off x="4805363" y="1301824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Count of vCPU and memory. You can define </a:t>
            </a:r>
            <a:r>
              <a:rPr lang="pl-PL" dirty="0"/>
              <a:t>a </a:t>
            </a:r>
            <a:r>
              <a:rPr lang="en-US" dirty="0"/>
              <a:t>new size of this parameters.</a:t>
            </a:r>
          </a:p>
          <a:p>
            <a:pPr marL="0" indent="0">
              <a:buFont typeface="Lucida Sans Unicode" pitchFamily="34" charset="0"/>
              <a:buNone/>
            </a:pPr>
            <a:endParaRPr lang="en-US" dirty="0"/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Notice:</a:t>
            </a:r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Each flavor ha</a:t>
            </a:r>
            <a:r>
              <a:rPr lang="pl-PL" dirty="0"/>
              <a:t>s</a:t>
            </a:r>
            <a:r>
              <a:rPr lang="en-US" dirty="0"/>
              <a:t> different minimum and maximum limits. Be sure you create a VM with </a:t>
            </a:r>
            <a:r>
              <a:rPr lang="pl-PL" dirty="0"/>
              <a:t>a </a:t>
            </a:r>
            <a:r>
              <a:rPr lang="pl-PL" dirty="0" err="1"/>
              <a:t>proper</a:t>
            </a:r>
            <a:r>
              <a:rPr lang="pl-PL" dirty="0"/>
              <a:t> </a:t>
            </a:r>
            <a:r>
              <a:rPr lang="en-US" dirty="0"/>
              <a:t>flavor.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36CA2C-65EB-4424-861D-02759F31D16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590800" y="1558939"/>
            <a:ext cx="2214563" cy="76068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6F6691-ABE8-4497-8DB4-D55051E05161}"/>
              </a:ext>
            </a:extLst>
          </p:cNvPr>
          <p:cNvCxnSpPr>
            <a:cxnSpLocks/>
          </p:cNvCxnSpPr>
          <p:nvPr/>
        </p:nvCxnSpPr>
        <p:spPr>
          <a:xfrm flipH="1">
            <a:off x="2590800" y="1558939"/>
            <a:ext cx="2214564" cy="116521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FF4D19F-A901-46D8-A017-271AC1317AB0}"/>
              </a:ext>
            </a:extLst>
          </p:cNvPr>
          <p:cNvSpPr txBox="1">
            <a:spLocks/>
          </p:cNvSpPr>
          <p:nvPr/>
        </p:nvSpPr>
        <p:spPr>
          <a:xfrm>
            <a:off x="4805363" y="3685147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When you fill </a:t>
            </a:r>
            <a:r>
              <a:rPr lang="pl-PL" dirty="0"/>
              <a:t>in </a:t>
            </a:r>
            <a:r>
              <a:rPr lang="en-US" dirty="0"/>
              <a:t>this form click SUBMIT</a:t>
            </a:r>
          </a:p>
        </p:txBody>
      </p:sp>
    </p:spTree>
    <p:extLst>
      <p:ext uri="{BB962C8B-B14F-4D97-AF65-F5344CB8AC3E}">
        <p14:creationId xmlns:p14="http://schemas.microsoft.com/office/powerpoint/2010/main" val="69581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F19CD-B142-4C14-BFD5-46549FCFD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C60BCC-917C-49AC-A3A1-ABE9AFFBD380}"/>
              </a:ext>
            </a:extLst>
          </p:cNvPr>
          <p:cNvSpPr txBox="1">
            <a:spLocks/>
          </p:cNvSpPr>
          <p:nvPr/>
        </p:nvSpPr>
        <p:spPr>
          <a:xfrm>
            <a:off x="6800859" y="990721"/>
            <a:ext cx="2266941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Status of </a:t>
            </a:r>
            <a:r>
              <a:rPr lang="pl-PL" dirty="0"/>
              <a:t>a </a:t>
            </a:r>
            <a:r>
              <a:rPr lang="en-US" dirty="0"/>
              <a:t>process</a:t>
            </a:r>
          </a:p>
          <a:p>
            <a:pPr marL="0" indent="0">
              <a:buFont typeface="Lucida Sans Unicode" pitchFamily="34" charset="0"/>
              <a:buNone/>
            </a:pPr>
            <a:endParaRPr lang="en-US" dirty="0"/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Notice:</a:t>
            </a:r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When the process end</a:t>
            </a:r>
            <a:r>
              <a:rPr lang="pl-PL" dirty="0"/>
              <a:t>s</a:t>
            </a:r>
            <a:r>
              <a:rPr lang="en-US" dirty="0"/>
              <a:t> with</a:t>
            </a:r>
            <a:r>
              <a:rPr lang="pl-PL" dirty="0"/>
              <a:t> </a:t>
            </a:r>
            <a:r>
              <a:rPr lang="pl-PL" dirty="0" err="1"/>
              <a:t>an</a:t>
            </a:r>
            <a:r>
              <a:rPr lang="en-US" dirty="0"/>
              <a:t> error, the label will be red with information about </a:t>
            </a:r>
            <a:r>
              <a:rPr lang="pl-PL" dirty="0"/>
              <a:t>the </a:t>
            </a:r>
            <a:r>
              <a:rPr lang="en-US" dirty="0"/>
              <a:t>error.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A384ED-D37B-44E1-9240-FD394E9C6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85366"/>
            <a:ext cx="6210300" cy="359139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7577E1-92D0-4AB6-A6FE-9E38A6364C9C}"/>
              </a:ext>
            </a:extLst>
          </p:cNvPr>
          <p:cNvCxnSpPr>
            <a:cxnSpLocks/>
          </p:cNvCxnSpPr>
          <p:nvPr/>
        </p:nvCxnSpPr>
        <p:spPr>
          <a:xfrm flipH="1">
            <a:off x="4648200" y="1352550"/>
            <a:ext cx="2076451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202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79" y="1427724"/>
            <a:ext cx="4950000" cy="2288053"/>
          </a:xfrm>
        </p:spPr>
        <p:txBody>
          <a:bodyPr anchor="ctr"/>
          <a:lstStyle/>
          <a:p>
            <a:r>
              <a:rPr lang="en-US" b="0" dirty="0"/>
              <a:t>Thank you</a:t>
            </a:r>
            <a:br>
              <a:rPr lang="en-US" dirty="0"/>
            </a:br>
            <a:br>
              <a:rPr lang="en-US" sz="1400" dirty="0"/>
            </a:br>
            <a:br>
              <a:rPr lang="en-US" sz="1200" dirty="0"/>
            </a:br>
            <a:r>
              <a:rPr lang="en-US" sz="1200" b="0" dirty="0"/>
              <a:t>For more information please contact:</a:t>
            </a:r>
            <a:br>
              <a:rPr lang="en-US" sz="1200" b="0" dirty="0"/>
            </a:br>
            <a:r>
              <a:rPr lang="en-US" sz="1200" b="0" dirty="0"/>
              <a:t>T+ 33 1 98765432</a:t>
            </a:r>
            <a:br>
              <a:rPr lang="en-US" sz="1200" b="0" dirty="0"/>
            </a:br>
            <a:r>
              <a:rPr lang="en-US" sz="1200" b="0" dirty="0"/>
              <a:t>M+ 33 6 44445678</a:t>
            </a:r>
            <a:br>
              <a:rPr lang="en-US" sz="1200" b="0" dirty="0"/>
            </a:br>
            <a:r>
              <a:rPr lang="en-US" sz="1200" b="0" dirty="0"/>
              <a:t>firstname.lastname@atos.net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3467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4.0">
  <a:themeElements>
    <a:clrScheme name="Custom 1">
      <a:dk1>
        <a:sysClr val="windowText" lastClr="000000"/>
      </a:dk1>
      <a:lt1>
        <a:sysClr val="window" lastClr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Atos Font PP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Atos Primary Color Atos Blue">
      <a:srgbClr val="0066A1"/>
    </a:custClr>
    <a:custClr name="Atos Primary Color White">
      <a:srgbClr val="FFFFFF"/>
    </a:custClr>
    <a:custClr name="Atos Primary Color Grey">
      <a:srgbClr val="808080"/>
    </a:custClr>
    <a:custClr name="Atos Primary Color Black">
      <a:srgbClr val="000000"/>
    </a:custClr>
    <a:custClr name="Atos Secondary Color Orange">
      <a:srgbClr val="FA6119"/>
    </a:custClr>
    <a:custClr name="Atos Secondary Color Yellow">
      <a:srgbClr val="9E9500"/>
    </a:custClr>
    <a:custClr name="Atos Secondary Color Dark purple">
      <a:srgbClr val="6639B7"/>
    </a:custClr>
    <a:custClr name="Atos Secondary Color Light purple">
      <a:srgbClr val="A626AA"/>
    </a:custClr>
    <a:custClr name="Atos Secondary Color Teal">
      <a:srgbClr val="00A59C"/>
    </a:custClr>
    <a:custClr name="Atos Complementary Color Green">
      <a:srgbClr val="3F9C35"/>
    </a:custClr>
    <a:custClr name="Atos Complementary Color Pink">
      <a:srgbClr val="D71F85"/>
    </a:custClr>
    <a:custClr name="Atos Complementary Color Dark grey">
      <a:srgbClr val="898D8D"/>
    </a:custClr>
    <a:custClr name="Atos Complementary Color Light blue">
      <a:srgbClr val="00AFD8"/>
    </a:custClr>
    <a:custClr name="Atos Complementary Color Blue">
      <a:srgbClr val="0089C4"/>
    </a:custClr>
  </a:custClrLst>
  <a:extLst>
    <a:ext uri="{05A4C25C-085E-4340-85A3-A5531E510DB2}">
      <thm15:themeFamily xmlns:thm15="http://schemas.microsoft.com/office/thememl/2012/main" name="Presentation5" id="{1C8FF2A3-AD79-480A-87CD-33E405469FBF}" vid="{6914A5C6-EBFC-4622-ACB0-3122FA4C6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Atos v4.0</Template>
  <TotalTime>114</TotalTime>
  <Words>378</Words>
  <Application>Microsoft Office PowerPoint</Application>
  <PresentationFormat>On-screen Show (16:9)</PresentationFormat>
  <Paragraphs>46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Lucida Sans Unicode</vt:lpstr>
      <vt:lpstr>Verdana</vt:lpstr>
      <vt:lpstr>Atos v4.0</vt:lpstr>
      <vt:lpstr>How to resize  components of VM</vt:lpstr>
      <vt:lpstr>PowerPoint Presentation</vt:lpstr>
      <vt:lpstr>Log in to VM Cloud Services</vt:lpstr>
      <vt:lpstr>PowerPoint Presentation</vt:lpstr>
      <vt:lpstr>PowerPoint Presentation</vt:lpstr>
      <vt:lpstr>Resize the VM compontents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 For more information please contact: T+ 33 1 98765432 M+ 33 6 44445678 firstname.lastname@atos.net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disk to VM</dc:title>
  <dc:creator>A750269</dc:creator>
  <cp:lastModifiedBy>Pucek, Sebastian</cp:lastModifiedBy>
  <cp:revision>16</cp:revision>
  <dcterms:created xsi:type="dcterms:W3CDTF">2020-08-13T17:57:17Z</dcterms:created>
  <dcterms:modified xsi:type="dcterms:W3CDTF">2020-08-18T07:19:09Z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sebastian.pucek@atos.net</vt:lpwstr>
  </property>
  <property fmtid="{D5CDD505-2E9C-101B-9397-08002B2CF9AE}" pid="11" name="MSIP_Label_112e00b9-34e2-4b26-a577-af1fd0f9f7ee_SetDate">
    <vt:lpwstr>2020-08-13T18:58:58.0181530Z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59b2f936-4c72-461c-b0c4-caaf70296f98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Owner">
    <vt:lpwstr>sebastian.pucek@atos.net</vt:lpwstr>
  </property>
  <property fmtid="{D5CDD505-2E9C-101B-9397-08002B2CF9AE}" pid="19" name="MSIP_Label_e463cba9-5f6c-478d-9329-7b2295e4e8ed_SetDate">
    <vt:lpwstr>2020-08-13T18:58:58.0181530Z</vt:lpwstr>
  </property>
  <property fmtid="{D5CDD505-2E9C-101B-9397-08002B2CF9AE}" pid="20" name="MSIP_Label_e463cba9-5f6c-478d-9329-7b2295e4e8ed_Name">
    <vt:lpwstr>Atos For Internal Use - All Employees</vt:lpwstr>
  </property>
  <property fmtid="{D5CDD505-2E9C-101B-9397-08002B2CF9AE}" pid="21" name="MSIP_Label_e463cba9-5f6c-478d-9329-7b2295e4e8ed_Application">
    <vt:lpwstr>Microsoft Azure Information Protection</vt:lpwstr>
  </property>
  <property fmtid="{D5CDD505-2E9C-101B-9397-08002B2CF9AE}" pid="22" name="MSIP_Label_e463cba9-5f6c-478d-9329-7b2295e4e8ed_ActionId">
    <vt:lpwstr>59b2f936-4c72-461c-b0c4-caaf70296f98</vt:lpwstr>
  </property>
  <property fmtid="{D5CDD505-2E9C-101B-9397-08002B2CF9AE}" pid="23" name="MSIP_Label_e463cba9-5f6c-478d-9329-7b2295e4e8ed_Parent">
    <vt:lpwstr>112e00b9-34e2-4b26-a577-af1fd0f9f7ee</vt:lpwstr>
  </property>
  <property fmtid="{D5CDD505-2E9C-101B-9397-08002B2CF9AE}" pid="24" name="MSIP_Label_e463cba9-5f6c-478d-9329-7b2295e4e8ed_Extended_MSFT_Method">
    <vt:lpwstr>Automatic</vt:lpwstr>
  </property>
  <property fmtid="{D5CDD505-2E9C-101B-9397-08002B2CF9AE}" pid="25" name="Sensitivity">
    <vt:lpwstr>Atos For Internal Use Atos For Internal Use - All Employees</vt:lpwstr>
  </property>
</Properties>
</file>