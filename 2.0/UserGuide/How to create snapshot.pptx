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7"/>
  </p:notesMasterIdLst>
  <p:handoutMasterIdLst>
    <p:handoutMasterId r:id="rId18"/>
  </p:handoutMasterIdLst>
  <p:sldIdLst>
    <p:sldId id="256" r:id="rId2"/>
    <p:sldId id="276" r:id="rId3"/>
    <p:sldId id="263" r:id="rId4"/>
    <p:sldId id="262" r:id="rId5"/>
    <p:sldId id="264" r:id="rId6"/>
    <p:sldId id="268" r:id="rId7"/>
    <p:sldId id="265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58" r:id="rId1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esława Dalecka" initials="WD" lastIdx="2" clrIdx="0">
    <p:extLst>
      <p:ext uri="{19B8F6BF-5375-455C-9EA6-DF929625EA0E}">
        <p15:presenceInfo xmlns:p15="http://schemas.microsoft.com/office/powerpoint/2012/main" userId="56a6eff62d9e521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160" d="100"/>
          <a:sy n="160" d="100"/>
        </p:scale>
        <p:origin x="162" y="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148" d="100"/>
          <a:sy n="148" d="100"/>
        </p:scale>
        <p:origin x="2442" y="-185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7" name="AddNotifier#2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7951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6912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6059767" y="8532440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9" name="AddNotifier#3"/>
          <p:cNvSpPr txBox="1">
            <a:spLocks noChangeArrowheads="1"/>
          </p:cNvSpPr>
          <p:nvPr/>
        </p:nvSpPr>
        <p:spPr bwMode="auto">
          <a:xfrm>
            <a:off x="228898" y="8544386"/>
            <a:ext cx="591353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500"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5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786" y="131882"/>
            <a:ext cx="1354139" cy="442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528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fld id="{269BF997-9B5F-4A82-AF31-6E87F25749B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634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4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0549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5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902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D910B12-E528-4D59-95AD-82AFC587F8BD}" type="slidenum">
              <a:rPr lang="nl-NL" sz="1000" smtClean="0">
                <a:latin typeface="Verdana" pitchFamily="34" charset="0"/>
                <a:ea typeface="Verdana" pitchFamily="34" charset="0"/>
                <a:cs typeface="Verdana" pitchFamily="34" charset="0"/>
              </a:rPr>
              <a:pPr/>
              <a:t>7</a:t>
            </a:fld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4071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text only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9093DCF-B2CE-437E-84DF-CE8486889D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AddClassification"/>
          <p:cNvSpPr txBox="1">
            <a:spLocks noChangeArrowheads="1"/>
          </p:cNvSpPr>
          <p:nvPr userDrawn="1"/>
        </p:nvSpPr>
        <p:spPr bwMode="auto">
          <a:xfrm>
            <a:off x="3830451" y="4652161"/>
            <a:ext cx="148309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algn="ctr"/>
            <a:r>
              <a:rPr lang="en-US" sz="8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© Atos - For internal use</a:t>
            </a:r>
            <a:endParaRPr lang="en-US" sz="8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325" y="4737600"/>
            <a:ext cx="1635224" cy="86075"/>
          </a:xfrm>
          <a:prstGeom prst="rect">
            <a:avLst/>
          </a:prstGeom>
        </p:spPr>
      </p:pic>
      <p:sp>
        <p:nvSpPr>
          <p:cNvPr id="11" name="Title 4">
            <a:extLst>
              <a:ext uri="{FF2B5EF4-FFF2-40B4-BE49-F238E27FC236}">
                <a16:creationId xmlns:a16="http://schemas.microsoft.com/office/drawing/2014/main" id="{42A67D0E-7482-4A6A-9596-65138D4180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153" y="1487559"/>
            <a:ext cx="8370094" cy="2168382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lvl1pPr>
              <a:lnSpc>
                <a:spcPts val="5625"/>
              </a:lnSpc>
              <a:defRPr sz="4800" b="0" i="0" baseline="0">
                <a:solidFill>
                  <a:schemeClr val="bg1"/>
                </a:solidFill>
                <a:latin typeface="+mj-lt"/>
                <a:ea typeface="Stag Sans Light" charset="0"/>
                <a:cs typeface="Stag Sans Light" charset="0"/>
              </a:defRPr>
            </a:lvl1pPr>
          </a:lstStyle>
          <a:p>
            <a:r>
              <a:rPr lang="en-US" dirty="0"/>
              <a:t>This is</a:t>
            </a:r>
            <a:br>
              <a:rPr lang="en-US" dirty="0"/>
            </a:br>
            <a:r>
              <a:rPr lang="en-US" dirty="0"/>
              <a:t>the title</a:t>
            </a:r>
            <a:br>
              <a:rPr lang="en-US" dirty="0"/>
            </a:br>
            <a:r>
              <a:rPr lang="en-US" dirty="0"/>
              <a:t>of this PPT</a:t>
            </a:r>
          </a:p>
        </p:txBody>
      </p:sp>
      <p:sp>
        <p:nvSpPr>
          <p:cNvPr id="8" name="AddCustomDate#1"/>
          <p:cNvSpPr txBox="1"/>
          <p:nvPr userDrawn="1"/>
        </p:nvSpPr>
        <p:spPr>
          <a:xfrm>
            <a:off x="251520" y="4037848"/>
            <a:ext cx="1178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nl-NL" sz="1200" b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dd-mm-yyyy</a:t>
            </a:r>
            <a:endParaRPr lang="nl-NL" sz="1200" b="0" dirty="0">
              <a:solidFill>
                <a:schemeClr val="bg1"/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0033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6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" y="1559341"/>
            <a:ext cx="9166852" cy="20248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First chapter title</a:t>
            </a:r>
          </a:p>
        </p:txBody>
      </p:sp>
    </p:spTree>
    <p:extLst>
      <p:ext uri="{BB962C8B-B14F-4D97-AF65-F5344CB8AC3E}">
        <p14:creationId xmlns:p14="http://schemas.microsoft.com/office/powerpoint/2010/main" val="350724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40300" y="1150978"/>
            <a:ext cx="8748000" cy="34749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329209" y="944932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607829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No 2nd top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16488" y="843558"/>
            <a:ext cx="8748000" cy="37236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216488" y="123478"/>
            <a:ext cx="8748000" cy="72008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the header</a:t>
            </a:r>
          </a:p>
        </p:txBody>
      </p:sp>
      <p:cxnSp>
        <p:nvCxnSpPr>
          <p:cNvPr id="5" name="Straight Connector 4"/>
          <p:cNvCxnSpPr>
            <a:cxnSpLocks/>
          </p:cNvCxnSpPr>
          <p:nvPr userDrawn="1"/>
        </p:nvCxnSpPr>
        <p:spPr>
          <a:xfrm>
            <a:off x="326874" y="4625878"/>
            <a:ext cx="8820472" cy="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5" y="4794219"/>
            <a:ext cx="624844" cy="20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627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952" y="1534505"/>
            <a:ext cx="9192464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012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939"/>
            <a:ext cx="9180512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2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9341"/>
            <a:ext cx="9180512" cy="202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602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0512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81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631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176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5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03848" y="1995686"/>
            <a:ext cx="547260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25"/>
            <a:ext cx="9186488" cy="2050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709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1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272" y="1560265"/>
            <a:ext cx="9197784" cy="2022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625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2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4505"/>
            <a:ext cx="9186488" cy="205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3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33769"/>
            <a:ext cx="9186488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4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60097"/>
            <a:ext cx="9186488" cy="202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5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76" y="1558584"/>
            <a:ext cx="9186488" cy="202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6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5471"/>
            <a:ext cx="9204416" cy="204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7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9509"/>
            <a:ext cx="9204416" cy="20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8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769"/>
            <a:ext cx="9204416" cy="20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19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1995686"/>
            <a:ext cx="4464496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33939"/>
            <a:ext cx="9204416" cy="2051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Number slide #20">
    <p:bg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>
          <a:xfrm>
            <a:off x="5004048" y="1995686"/>
            <a:ext cx="4032448" cy="1080120"/>
          </a:xfrm>
        </p:spPr>
        <p:txBody>
          <a:bodyPr anchor="t"/>
          <a:lstStyle>
            <a:lvl1pPr>
              <a:defRPr sz="3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chapter title 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04" y="1550381"/>
            <a:ext cx="9204416" cy="204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790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gray">
      <p:bgPr>
        <a:solidFill>
          <a:srgbClr val="0066A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1E1C74D-134F-4EB2-9532-ED3805FDC8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 hasCustomPrompt="1"/>
          </p:nvPr>
        </p:nvSpPr>
        <p:spPr>
          <a:xfrm>
            <a:off x="215778" y="1203598"/>
            <a:ext cx="6516462" cy="1102519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4800" b="0" baseline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 dirty="0"/>
              <a:t>Click to edit the title</a:t>
            </a:r>
          </a:p>
        </p:txBody>
      </p:sp>
      <p:sp>
        <p:nvSpPr>
          <p:cNvPr id="7" name="AddNotifier#1"/>
          <p:cNvSpPr txBox="1">
            <a:spLocks noChangeArrowheads="1"/>
          </p:cNvSpPr>
          <p:nvPr userDrawn="1"/>
        </p:nvSpPr>
        <p:spPr bwMode="auto">
          <a:xfrm>
            <a:off x="234015" y="4208250"/>
            <a:ext cx="3689913" cy="6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 anchorCtr="0">
            <a:no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r>
              <a:rPr lang="en-US" sz="600" kern="1200">
                <a:solidFill>
                  <a:schemeClr val="bg1">
                    <a:lumMod val="85000"/>
                  </a:schemeClr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Atos, the Atos logo, Atos Syntel, and Unify are registered trademarks of the Atos group. August 2020. © 2020 Atos. Confidential information owned by Atos, to be used by the recipient only. This document, or any part of it, may not be reproduced, copied, circulated and/or distributed nor quoted without prior written approval from Atos.</a:t>
            </a:r>
            <a:endParaRPr lang="en-US" sz="600" dirty="0">
              <a:solidFill>
                <a:schemeClr val="bg1">
                  <a:lumMod val="85000"/>
                </a:schemeClr>
              </a:solidFill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2981" y="4372526"/>
            <a:ext cx="1334916" cy="43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201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40300" y="4744601"/>
            <a:ext cx="443268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 dirty="0"/>
          </a:p>
        </p:txBody>
      </p:sp>
      <p:sp>
        <p:nvSpPr>
          <p:cNvPr id="10" name="AddCustomFooter#1"/>
          <p:cNvSpPr txBox="1"/>
          <p:nvPr userDrawn="1"/>
        </p:nvSpPr>
        <p:spPr>
          <a:xfrm>
            <a:off x="236700" y="4729862"/>
            <a:ext cx="32431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aseline="0">
                <a:latin typeface="Verdana" pitchFamily="34" charset="0"/>
                <a:ea typeface="Verdana" pitchFamily="34" charset="0"/>
                <a:cs typeface="Verdana" pitchFamily="34" charset="0"/>
              </a:rPr>
              <a:t>       | dd-mm-yyyy | © Atos - For internal use </a:t>
            </a:r>
            <a:endParaRPr lang="nl-NL" sz="10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216488" y="1090800"/>
            <a:ext cx="8748000" cy="3474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nl-NL" dirty="0"/>
              <a:t>First level</a:t>
            </a:r>
          </a:p>
          <a:p>
            <a:pPr lvl="1"/>
            <a:r>
              <a:rPr lang="nl-NL" dirty="0"/>
              <a:t>Second level</a:t>
            </a:r>
          </a:p>
          <a:p>
            <a:pPr lvl="2"/>
            <a:r>
              <a:rPr lang="nl-NL" dirty="0" err="1"/>
              <a:t>Third</a:t>
            </a:r>
            <a:r>
              <a:rPr lang="nl-NL" dirty="0"/>
              <a:t> level</a:t>
            </a:r>
          </a:p>
          <a:p>
            <a:pPr lvl="3"/>
            <a:r>
              <a:rPr lang="nl-NL" dirty="0" err="1"/>
              <a:t>Fourth</a:t>
            </a:r>
            <a:r>
              <a:rPr lang="nl-NL" dirty="0"/>
              <a:t> level</a:t>
            </a:r>
          </a:p>
          <a:p>
            <a:pPr lvl="4"/>
            <a:r>
              <a:rPr lang="nl-NL" dirty="0" err="1"/>
              <a:t>Fifth</a:t>
            </a:r>
            <a:r>
              <a:rPr lang="nl-NL" dirty="0"/>
              <a:t> level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/>
          </p:nvPr>
        </p:nvSpPr>
        <p:spPr>
          <a:xfrm>
            <a:off x="216488" y="123478"/>
            <a:ext cx="8748000" cy="567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nl-NL" dirty="0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199818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6" r:id="rId2"/>
    <p:sldLayoutId id="2147483653" r:id="rId3"/>
    <p:sldLayoutId id="2147483654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55" r:id="rId2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</p:titleStyle>
    <p:bodyStyle>
      <a:lvl1pPr marL="270000" indent="-270000" algn="l" defTabSz="914400" rtl="0" eaLnBrk="1" latinLnBrk="0" hangingPunct="1">
        <a:spcBef>
          <a:spcPct val="20000"/>
        </a:spcBef>
        <a:buClr>
          <a:schemeClr val="tx2"/>
        </a:buClr>
        <a:buFont typeface="Lucida Sans Unicode" pitchFamily="34" charset="0"/>
        <a:buChar char="▶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1pPr>
      <a:lvl2pPr marL="540000" indent="-270000" algn="l" defTabSz="914400" rtl="0" eaLnBrk="1" latinLnBrk="0" hangingPunct="1">
        <a:spcBef>
          <a:spcPts val="384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2pPr>
      <a:lvl3pPr marL="81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3pPr>
      <a:lvl4pPr marL="108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–"/>
        <a:defRPr sz="1600" kern="1200" baseline="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4pPr>
      <a:lvl5pPr marL="1350000" indent="-2700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»"/>
        <a:defRPr sz="1600" kern="12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52" y="1853604"/>
            <a:ext cx="8370094" cy="1436291"/>
          </a:xfrm>
        </p:spPr>
        <p:txBody>
          <a:bodyPr/>
          <a:lstStyle/>
          <a:p>
            <a:pPr algn="ctr"/>
            <a:r>
              <a:rPr lang="en-US" dirty="0"/>
              <a:t>How to create a snapshot of VM</a:t>
            </a:r>
          </a:p>
        </p:txBody>
      </p:sp>
    </p:spTree>
    <p:extLst>
      <p:ext uri="{BB962C8B-B14F-4D97-AF65-F5344CB8AC3E}">
        <p14:creationId xmlns:p14="http://schemas.microsoft.com/office/powerpoint/2010/main" val="25228460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E7E60-28C7-49B4-93C6-8F524E920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3200" dirty="0"/>
              <a:t>All configuration </a:t>
            </a:r>
            <a:r>
              <a:rPr lang="pl-PL" sz="3200" dirty="0"/>
              <a:t>options </a:t>
            </a:r>
            <a:r>
              <a:rPr lang="en-US" sz="3200" dirty="0"/>
              <a:t>and settings visible in this presentation can be different than you</a:t>
            </a:r>
            <a:r>
              <a:rPr lang="pl-PL" sz="3200" dirty="0" err="1"/>
              <a:t>rs</a:t>
            </a:r>
            <a:r>
              <a:rPr lang="en-US" sz="3200" dirty="0"/>
              <a:t>. It </a:t>
            </a:r>
            <a:r>
              <a:rPr lang="pl-PL" sz="3200" dirty="0"/>
              <a:t>depends </a:t>
            </a:r>
            <a:r>
              <a:rPr lang="en-US" sz="3200" dirty="0"/>
              <a:t>on you</a:t>
            </a:r>
            <a:r>
              <a:rPr lang="pl-PL" sz="3200" dirty="0"/>
              <a:t>r</a:t>
            </a:r>
            <a:r>
              <a:rPr lang="en-US" sz="3200" dirty="0"/>
              <a:t> privileges, settings and agreement.</a:t>
            </a:r>
          </a:p>
        </p:txBody>
      </p:sp>
    </p:spTree>
    <p:extLst>
      <p:ext uri="{BB962C8B-B14F-4D97-AF65-F5344CB8AC3E}">
        <p14:creationId xmlns:p14="http://schemas.microsoft.com/office/powerpoint/2010/main" val="2372327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0" y="1995686"/>
            <a:ext cx="5628456" cy="1080120"/>
          </a:xfrm>
        </p:spPr>
        <p:txBody>
          <a:bodyPr/>
          <a:lstStyle/>
          <a:p>
            <a:r>
              <a:rPr lang="en-US" dirty="0"/>
              <a:t>Log in to VM Cloud Services</a:t>
            </a:r>
          </a:p>
        </p:txBody>
      </p:sp>
    </p:spTree>
    <p:extLst>
      <p:ext uri="{BB962C8B-B14F-4D97-AF65-F5344CB8AC3E}">
        <p14:creationId xmlns:p14="http://schemas.microsoft.com/office/powerpoint/2010/main" val="2740828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email address previously added to VMware Cloud Services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4</a:t>
            </a:fld>
            <a:endParaRPr lang="nl-N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000911-B787-485D-B76D-703C1490A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71550"/>
            <a:ext cx="3553502" cy="357915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8263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267200" y="2393643"/>
            <a:ext cx="4644900" cy="7349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Enter the password for 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5</a:t>
            </a:fld>
            <a:endParaRPr lang="nl-N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C12013A-7E1C-42DD-A7A4-754BDB2F6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50" y="971552"/>
            <a:ext cx="3273550" cy="3545268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2233951" y="2952750"/>
            <a:ext cx="6376649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74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the snapshot</a:t>
            </a:r>
          </a:p>
        </p:txBody>
      </p:sp>
    </p:spTree>
    <p:extLst>
      <p:ext uri="{BB962C8B-B14F-4D97-AF65-F5344CB8AC3E}">
        <p14:creationId xmlns:p14="http://schemas.microsoft.com/office/powerpoint/2010/main" val="20053962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EA67BB-F509-4E3A-9B00-E28C1D51D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971550"/>
            <a:ext cx="3584700" cy="3560097"/>
          </a:xfrm>
          <a:prstGeom prst="rect">
            <a:avLst/>
          </a:prstGeom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Section “My Services” find a block with </a:t>
            </a:r>
            <a:r>
              <a:rPr lang="pl-PL" dirty="0"/>
              <a:t>the </a:t>
            </a:r>
            <a:r>
              <a:rPr lang="en-US" dirty="0"/>
              <a:t>title “</a:t>
            </a:r>
            <a:r>
              <a:rPr lang="en-US" dirty="0" err="1"/>
              <a:t>Vmware</a:t>
            </a:r>
            <a:r>
              <a:rPr lang="en-US" dirty="0"/>
              <a:t> Service Broker” – click on </a:t>
            </a:r>
            <a:r>
              <a:rPr lang="pl-PL" dirty="0" err="1"/>
              <a:t>it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look of this page is up to your privileges and roles which are assigned </a:t>
            </a:r>
            <a:r>
              <a:rPr lang="pl-PL" dirty="0"/>
              <a:t>to</a:t>
            </a:r>
            <a:r>
              <a:rPr lang="en-US" dirty="0"/>
              <a:t> your account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7</a:t>
            </a:fld>
            <a:endParaRPr lang="nl-NL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787713B-B2F7-42D2-92EA-53F7240F6C00}"/>
              </a:ext>
            </a:extLst>
          </p:cNvPr>
          <p:cNvCxnSpPr>
            <a:cxnSpLocks/>
          </p:cNvCxnSpPr>
          <p:nvPr/>
        </p:nvCxnSpPr>
        <p:spPr>
          <a:xfrm flipH="1">
            <a:off x="3048000" y="2161049"/>
            <a:ext cx="1295400" cy="486901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586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EC876F-D52E-42E8-8F83-9A18B10D4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8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7064A-F45E-4F6D-8EFD-331684965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214231" cy="35814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3225A5-6C83-436C-9072-635CED005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Please find the card “Deployments” on the top of </a:t>
            </a:r>
            <a:r>
              <a:rPr lang="pl-PL" dirty="0"/>
              <a:t>a </a:t>
            </a:r>
            <a:r>
              <a:rPr lang="en-US" dirty="0"/>
              <a:t>page. Click </a:t>
            </a:r>
            <a:r>
              <a:rPr lang="pl-PL" dirty="0"/>
              <a:t>on </a:t>
            </a:r>
            <a:r>
              <a:rPr lang="en-US" dirty="0"/>
              <a:t>them.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You have to ha</a:t>
            </a:r>
            <a:r>
              <a:rPr lang="pl-PL" dirty="0" err="1"/>
              <a:t>ve</a:t>
            </a:r>
            <a:r>
              <a:rPr lang="en-US" dirty="0"/>
              <a:t> already deployed Virtual Machine. Without VM you cannot add</a:t>
            </a:r>
            <a:r>
              <a:rPr lang="pl-PL" dirty="0"/>
              <a:t> a</a:t>
            </a:r>
            <a:r>
              <a:rPr lang="en-US" dirty="0"/>
              <a:t> disk to them.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B8DD074-9664-43E5-BAEC-8ADC1E20520A}"/>
              </a:ext>
            </a:extLst>
          </p:cNvPr>
          <p:cNvCxnSpPr>
            <a:cxnSpLocks/>
          </p:cNvCxnSpPr>
          <p:nvPr/>
        </p:nvCxnSpPr>
        <p:spPr>
          <a:xfrm flipH="1">
            <a:off x="1600200" y="1917598"/>
            <a:ext cx="2743200" cy="445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744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F8A13-717A-40C2-BE84-E114B6B31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9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B2F425-0CD7-4A3D-B26E-F07B27A8C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71550"/>
            <a:ext cx="3654003" cy="3574912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B969D40-D3F8-4DD5-BC64-0646531DA0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1191" y="1337137"/>
            <a:ext cx="4644900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machine you want to add the disk to. When you find </a:t>
            </a:r>
            <a:r>
              <a:rPr lang="pl-PL" dirty="0"/>
              <a:t>an </a:t>
            </a:r>
            <a:r>
              <a:rPr lang="en-US" dirty="0"/>
              <a:t>appropriate machine, click on the title of </a:t>
            </a:r>
            <a:r>
              <a:rPr lang="pl-PL" dirty="0"/>
              <a:t>a </a:t>
            </a:r>
            <a:r>
              <a:rPr lang="en-US" dirty="0"/>
              <a:t>finished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On the page you can see many of finished process</a:t>
            </a:r>
            <a:r>
              <a:rPr lang="pl-PL" dirty="0"/>
              <a:t>es</a:t>
            </a:r>
            <a:r>
              <a:rPr lang="en-US" dirty="0"/>
              <a:t> which deployed </a:t>
            </a:r>
            <a:r>
              <a:rPr lang="pl-PL" dirty="0"/>
              <a:t>a </a:t>
            </a:r>
            <a:r>
              <a:rPr lang="en-US" dirty="0"/>
              <a:t>single machine or series of machine</a:t>
            </a:r>
            <a:r>
              <a:rPr lang="pl-PL" dirty="0"/>
              <a:t>s</a:t>
            </a:r>
            <a:r>
              <a:rPr lang="en-US" dirty="0"/>
              <a:t>. To identify the machine look on the title of </a:t>
            </a:r>
            <a:r>
              <a:rPr lang="pl-PL" dirty="0"/>
              <a:t>a </a:t>
            </a:r>
            <a:r>
              <a:rPr lang="en-US" dirty="0"/>
              <a:t>finished process.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8AA15C1-27A9-4D34-A2B8-C747DE4A99DD}"/>
              </a:ext>
            </a:extLst>
          </p:cNvPr>
          <p:cNvCxnSpPr>
            <a:cxnSpLocks/>
          </p:cNvCxnSpPr>
          <p:nvPr/>
        </p:nvCxnSpPr>
        <p:spPr>
          <a:xfrm flipH="1">
            <a:off x="1752600" y="1917598"/>
            <a:ext cx="2590800" cy="1187552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75130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1DA01C-E8FE-4A4E-B5BE-A75F0EE2E4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10</a:t>
            </a:fld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629E84-1C91-48EC-B346-34725CA9E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64042"/>
            <a:ext cx="7543800" cy="358608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D1546A9-FC60-45B5-BFD2-557CCA0DD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352" y="350865"/>
            <a:ext cx="8718318" cy="410503"/>
          </a:xfrm>
        </p:spPr>
        <p:txBody>
          <a:bodyPr/>
          <a:lstStyle/>
          <a:p>
            <a:pPr marL="0" indent="0">
              <a:buNone/>
            </a:pPr>
            <a:r>
              <a:rPr lang="pl-PL" dirty="0"/>
              <a:t>C</a:t>
            </a:r>
            <a:r>
              <a:rPr lang="en-US" dirty="0"/>
              <a:t>lick “ACTIONS”</a:t>
            </a:r>
            <a:r>
              <a:rPr lang="pl-PL" dirty="0"/>
              <a:t> on the menu on the </a:t>
            </a:r>
            <a:r>
              <a:rPr lang="pl-PL" dirty="0" err="1"/>
              <a:t>right</a:t>
            </a:r>
            <a:r>
              <a:rPr lang="pl-PL" dirty="0"/>
              <a:t>.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DA18F3C-47F9-4AB4-A67A-FFE510A6AE27}"/>
              </a:ext>
            </a:extLst>
          </p:cNvPr>
          <p:cNvCxnSpPr>
            <a:cxnSpLocks/>
          </p:cNvCxnSpPr>
          <p:nvPr/>
        </p:nvCxnSpPr>
        <p:spPr>
          <a:xfrm>
            <a:off x="5029200" y="666750"/>
            <a:ext cx="2590800" cy="23622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13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D07370-41D6-4E3D-98D0-55C89DEA2A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11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D2010A-654B-456D-8D95-9B765003D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3399" y="1337137"/>
            <a:ext cx="4362691" cy="16478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In the menu find the “Create Snapshot” and </a:t>
            </a:r>
            <a:r>
              <a:rPr lang="pl-PL" dirty="0"/>
              <a:t>select it</a:t>
            </a:r>
            <a:r>
              <a:rPr lang="en-US" dirty="0"/>
              <a:t>. You will see new windows which allow you </a:t>
            </a:r>
            <a:r>
              <a:rPr lang="pl-PL" dirty="0"/>
              <a:t>to </a:t>
            </a:r>
            <a:r>
              <a:rPr lang="en-US" dirty="0"/>
              <a:t>define </a:t>
            </a:r>
            <a:r>
              <a:rPr lang="pl-PL" dirty="0"/>
              <a:t>a </a:t>
            </a:r>
            <a:r>
              <a:rPr lang="en-US" dirty="0"/>
              <a:t>new snapshot for VM.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Notice:</a:t>
            </a:r>
          </a:p>
          <a:p>
            <a:pPr marL="0" indent="0">
              <a:buNone/>
            </a:pPr>
            <a:r>
              <a:rPr lang="en-US" dirty="0"/>
              <a:t>This option like others can be disabled. It </a:t>
            </a:r>
            <a:r>
              <a:rPr lang="pl-PL" dirty="0"/>
              <a:t>depends on </a:t>
            </a:r>
            <a:r>
              <a:rPr lang="en-US" dirty="0"/>
              <a:t>you</a:t>
            </a:r>
            <a:r>
              <a:rPr lang="pl-PL" dirty="0"/>
              <a:t>r</a:t>
            </a:r>
            <a:r>
              <a:rPr lang="en-US" dirty="0"/>
              <a:t> privileges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B5BE66-4358-408A-B2F3-C0495D3DC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971550"/>
            <a:ext cx="2225392" cy="363854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0D6ABD6-5B1B-4537-88D7-D880CA4F2121}"/>
              </a:ext>
            </a:extLst>
          </p:cNvPr>
          <p:cNvCxnSpPr>
            <a:cxnSpLocks/>
          </p:cNvCxnSpPr>
          <p:nvPr/>
        </p:nvCxnSpPr>
        <p:spPr>
          <a:xfrm flipH="1" flipV="1">
            <a:off x="2118008" y="1733550"/>
            <a:ext cx="2225392" cy="184048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1163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3526129-671E-4A38-84C4-5E7BEBC3D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990720"/>
            <a:ext cx="4419600" cy="361099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092310-4969-4E50-A315-9ED90B0CD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12</a:t>
            </a:fld>
            <a:endParaRPr lang="nl-NL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2F1AED2-24D0-472A-BC84-1C106FF366E2}"/>
              </a:ext>
            </a:extLst>
          </p:cNvPr>
          <p:cNvSpPr txBox="1">
            <a:spLocks/>
          </p:cNvSpPr>
          <p:nvPr/>
        </p:nvSpPr>
        <p:spPr>
          <a:xfrm>
            <a:off x="4805363" y="990721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Name of </a:t>
            </a:r>
            <a:r>
              <a:rPr lang="pl-PL" dirty="0"/>
              <a:t>a </a:t>
            </a:r>
            <a:r>
              <a:rPr lang="en-US" dirty="0"/>
              <a:t>snapshot – necessary field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136CA2C-65EB-4424-861D-02759F31D169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2286000" y="1247836"/>
            <a:ext cx="2519363" cy="866714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D96B0222-45FE-4C4E-8EC1-0B57215BFC96}"/>
              </a:ext>
            </a:extLst>
          </p:cNvPr>
          <p:cNvSpPr txBox="1">
            <a:spLocks/>
          </p:cNvSpPr>
          <p:nvPr/>
        </p:nvSpPr>
        <p:spPr>
          <a:xfrm>
            <a:off x="4805363" y="1511789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Short description</a:t>
            </a:r>
            <a:r>
              <a:rPr lang="pl-PL" dirty="0"/>
              <a:t> -</a:t>
            </a:r>
            <a:r>
              <a:rPr lang="en-US" dirty="0"/>
              <a:t> describe </a:t>
            </a:r>
            <a:r>
              <a:rPr lang="pl-PL" dirty="0"/>
              <a:t>a </a:t>
            </a:r>
            <a:r>
              <a:rPr lang="en-US" dirty="0"/>
              <a:t>snapshot which you create</a:t>
            </a:r>
            <a:r>
              <a:rPr lang="pl-PL" dirty="0"/>
              <a:t>.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96F6691-ABE8-4497-8DB4-D55051E05161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2286000" y="1768904"/>
            <a:ext cx="2519363" cy="816468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E5D92E1-8639-47F5-A751-B10A124C945F}"/>
              </a:ext>
            </a:extLst>
          </p:cNvPr>
          <p:cNvSpPr txBox="1">
            <a:spLocks/>
          </p:cNvSpPr>
          <p:nvPr/>
        </p:nvSpPr>
        <p:spPr>
          <a:xfrm>
            <a:off x="4805363" y="2286121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Checkbox which allow</a:t>
            </a:r>
            <a:r>
              <a:rPr lang="pl-PL" dirty="0"/>
              <a:t>s</a:t>
            </a:r>
            <a:r>
              <a:rPr lang="en-US" dirty="0"/>
              <a:t> you </a:t>
            </a:r>
            <a:r>
              <a:rPr lang="pl-PL" dirty="0"/>
              <a:t>to </a:t>
            </a:r>
            <a:r>
              <a:rPr lang="en-US" dirty="0"/>
              <a:t>create a snapshot with memory.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A8FC5B1-6E2F-46C9-8318-CE458259394D}"/>
              </a:ext>
            </a:extLst>
          </p:cNvPr>
          <p:cNvCxnSpPr>
            <a:cxnSpLocks/>
          </p:cNvCxnSpPr>
          <p:nvPr/>
        </p:nvCxnSpPr>
        <p:spPr>
          <a:xfrm flipH="1">
            <a:off x="2286000" y="2495550"/>
            <a:ext cx="2519363" cy="514229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8FF4D19F-A901-46D8-A017-271AC1317AB0}"/>
              </a:ext>
            </a:extLst>
          </p:cNvPr>
          <p:cNvSpPr txBox="1">
            <a:spLocks/>
          </p:cNvSpPr>
          <p:nvPr/>
        </p:nvSpPr>
        <p:spPr>
          <a:xfrm>
            <a:off x="4805363" y="3685147"/>
            <a:ext cx="4186228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When you fill </a:t>
            </a:r>
            <a:r>
              <a:rPr lang="pl-PL" dirty="0"/>
              <a:t>in </a:t>
            </a:r>
            <a:r>
              <a:rPr lang="en-US" dirty="0"/>
              <a:t>this form click SUBMIT</a:t>
            </a:r>
          </a:p>
        </p:txBody>
      </p:sp>
    </p:spTree>
    <p:extLst>
      <p:ext uri="{BB962C8B-B14F-4D97-AF65-F5344CB8AC3E}">
        <p14:creationId xmlns:p14="http://schemas.microsoft.com/office/powerpoint/2010/main" val="69581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D61A76-F173-4BF6-B06B-45E4CC44D9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13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10A2E10-5CFE-42B2-9B23-67656CCAD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944" y="361950"/>
            <a:ext cx="4320855" cy="381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Status of </a:t>
            </a:r>
            <a:r>
              <a:rPr lang="pl-PL" dirty="0"/>
              <a:t>a </a:t>
            </a:r>
            <a:r>
              <a:rPr lang="en-US" dirty="0"/>
              <a:t>process creating the snapshot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10A379-D1D5-4759-9FA4-3C28C1164F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988859"/>
            <a:ext cx="6248400" cy="360547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597216-FC9F-4C43-AB0D-CEFF6EA6DADA}"/>
              </a:ext>
            </a:extLst>
          </p:cNvPr>
          <p:cNvCxnSpPr>
            <a:cxnSpLocks/>
          </p:cNvCxnSpPr>
          <p:nvPr/>
        </p:nvCxnSpPr>
        <p:spPr>
          <a:xfrm>
            <a:off x="2971800" y="666750"/>
            <a:ext cx="1523999" cy="45720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34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F19CD-B142-4C14-BFD5-46549FCFD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14</a:t>
            </a:fld>
            <a:endParaRPr lang="nl-NL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C60BCC-917C-49AC-A3A1-ABE9AFFBD380}"/>
              </a:ext>
            </a:extLst>
          </p:cNvPr>
          <p:cNvSpPr txBox="1">
            <a:spLocks/>
          </p:cNvSpPr>
          <p:nvPr/>
        </p:nvSpPr>
        <p:spPr>
          <a:xfrm>
            <a:off x="6724649" y="990721"/>
            <a:ext cx="2266941" cy="514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Lucida Sans Unicode" pitchFamily="34" charset="0"/>
              <a:buChar char="▶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540000" indent="-270000" algn="l" defTabSz="914400" rtl="0" eaLnBrk="1" latinLnBrk="0" hangingPunct="1">
              <a:spcBef>
                <a:spcPts val="384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81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108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–"/>
              <a:defRPr sz="1600" kern="1200" baseline="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 marL="1350000" indent="-27000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Lucida Sans Unicode" pitchFamily="34" charset="0"/>
              <a:buNone/>
            </a:pPr>
            <a:r>
              <a:rPr lang="en-US" dirty="0"/>
              <a:t>Status of </a:t>
            </a:r>
            <a:r>
              <a:rPr lang="pl-PL" dirty="0"/>
              <a:t>a </a:t>
            </a:r>
            <a:r>
              <a:rPr lang="en-US" dirty="0"/>
              <a:t>process</a:t>
            </a:r>
          </a:p>
          <a:p>
            <a:pPr marL="0" indent="0">
              <a:buFont typeface="Lucida Sans Unicode" pitchFamily="34" charset="0"/>
              <a:buNone/>
            </a:pPr>
            <a:endParaRPr lang="en-US" dirty="0"/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Notice:</a:t>
            </a:r>
          </a:p>
          <a:p>
            <a:pPr marL="0" indent="0">
              <a:buFont typeface="Lucida Sans Unicode" pitchFamily="34" charset="0"/>
              <a:buNone/>
            </a:pPr>
            <a:r>
              <a:rPr lang="en-US" dirty="0"/>
              <a:t>When the process end</a:t>
            </a:r>
            <a:r>
              <a:rPr lang="pl-PL" dirty="0"/>
              <a:t>s</a:t>
            </a:r>
            <a:r>
              <a:rPr lang="en-US" dirty="0"/>
              <a:t> with </a:t>
            </a:r>
            <a:r>
              <a:rPr lang="pl-PL" dirty="0"/>
              <a:t>an </a:t>
            </a:r>
            <a:r>
              <a:rPr lang="en-US" dirty="0"/>
              <a:t>error, the label will be red with information about </a:t>
            </a:r>
            <a:r>
              <a:rPr lang="pl-PL" dirty="0"/>
              <a:t>the </a:t>
            </a:r>
            <a:r>
              <a:rPr lang="en-US" dirty="0"/>
              <a:t>error.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74EFBE-AB0F-4CB8-81AE-4A2C273DB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990722"/>
            <a:ext cx="6110286" cy="360952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67577E1-92D0-4AB6-A6FE-9E38A6364C9C}"/>
              </a:ext>
            </a:extLst>
          </p:cNvPr>
          <p:cNvCxnSpPr>
            <a:cxnSpLocks/>
          </p:cNvCxnSpPr>
          <p:nvPr/>
        </p:nvCxnSpPr>
        <p:spPr>
          <a:xfrm flipH="1">
            <a:off x="4648200" y="1352550"/>
            <a:ext cx="2076451" cy="0"/>
          </a:xfrm>
          <a:prstGeom prst="straightConnector1">
            <a:avLst/>
          </a:prstGeom>
          <a:ln w="19050" cap="flat">
            <a:solidFill>
              <a:srgbClr val="FF0000"/>
            </a:solidFill>
            <a:round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7620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5779" y="1427724"/>
            <a:ext cx="4950000" cy="2288053"/>
          </a:xfrm>
        </p:spPr>
        <p:txBody>
          <a:bodyPr anchor="ctr"/>
          <a:lstStyle/>
          <a:p>
            <a:r>
              <a:rPr lang="en-US" b="0" dirty="0"/>
              <a:t>Thank you</a:t>
            </a:r>
            <a:br>
              <a:rPr lang="en-US" dirty="0"/>
            </a:br>
            <a:br>
              <a:rPr lang="en-US" sz="1400" dirty="0"/>
            </a:br>
            <a:br>
              <a:rPr lang="en-US" sz="1200" dirty="0"/>
            </a:br>
            <a:r>
              <a:rPr lang="en-US" sz="1200" b="0" dirty="0"/>
              <a:t>For more information please contact:</a:t>
            </a:r>
            <a:br>
              <a:rPr lang="en-US" sz="1200" b="0" dirty="0"/>
            </a:br>
            <a:r>
              <a:rPr lang="en-US" sz="1200" b="0" dirty="0"/>
              <a:t>T+ 33 1 98765432</a:t>
            </a:r>
            <a:br>
              <a:rPr lang="en-US" sz="1200" b="0" dirty="0"/>
            </a:br>
            <a:r>
              <a:rPr lang="en-US" sz="1200" b="0" dirty="0"/>
              <a:t>M+ 33 6 44445678</a:t>
            </a:r>
            <a:br>
              <a:rPr lang="en-US" sz="1200" b="0" dirty="0"/>
            </a:br>
            <a:r>
              <a:rPr lang="en-US" sz="1200" b="0" dirty="0"/>
              <a:t>firstname.lastname@atos.net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203467"/>
      </p:ext>
    </p:extLst>
  </p:cSld>
  <p:clrMapOvr>
    <a:masterClrMapping/>
  </p:clrMapOvr>
</p:sld>
</file>

<file path=ppt/theme/theme1.xml><?xml version="1.0" encoding="utf-8"?>
<a:theme xmlns:a="http://schemas.openxmlformats.org/drawingml/2006/main" name="Atos v4.0">
  <a:themeElements>
    <a:clrScheme name="Custom 1">
      <a:dk1>
        <a:sysClr val="windowText" lastClr="000000"/>
      </a:dk1>
      <a:lt1>
        <a:sysClr val="window" lastClr="FFFFFF"/>
      </a:lt1>
      <a:dk2>
        <a:srgbClr val="0066A1"/>
      </a:dk2>
      <a:lt2>
        <a:srgbClr val="FFFFFF"/>
      </a:lt2>
      <a:accent1>
        <a:srgbClr val="0066A1"/>
      </a:accent1>
      <a:accent2>
        <a:srgbClr val="0089C4"/>
      </a:accent2>
      <a:accent3>
        <a:srgbClr val="00AFD8"/>
      </a:accent3>
      <a:accent4>
        <a:srgbClr val="0066A1"/>
      </a:accent4>
      <a:accent5>
        <a:srgbClr val="0089C4"/>
      </a:accent5>
      <a:accent6>
        <a:srgbClr val="0066A1"/>
      </a:accent6>
      <a:hlink>
        <a:srgbClr val="0066A1"/>
      </a:hlink>
      <a:folHlink>
        <a:srgbClr val="00AFD8"/>
      </a:folHlink>
    </a:clrScheme>
    <a:fontScheme name="Atos Font PP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Atos Primary Color Atos Blue">
      <a:srgbClr val="0066A1"/>
    </a:custClr>
    <a:custClr name="Atos Primary Color White">
      <a:srgbClr val="FFFFFF"/>
    </a:custClr>
    <a:custClr name="Atos Primary Color Grey">
      <a:srgbClr val="808080"/>
    </a:custClr>
    <a:custClr name="Atos Primary Color Black">
      <a:srgbClr val="000000"/>
    </a:custClr>
    <a:custClr name="Atos Secondary Color Orange">
      <a:srgbClr val="FA6119"/>
    </a:custClr>
    <a:custClr name="Atos Secondary Color Yellow">
      <a:srgbClr val="9E9500"/>
    </a:custClr>
    <a:custClr name="Atos Secondary Color Dark purple">
      <a:srgbClr val="6639B7"/>
    </a:custClr>
    <a:custClr name="Atos Secondary Color Light purple">
      <a:srgbClr val="A626AA"/>
    </a:custClr>
    <a:custClr name="Atos Secondary Color Teal">
      <a:srgbClr val="00A59C"/>
    </a:custClr>
    <a:custClr name="Atos Complementary Color Green">
      <a:srgbClr val="3F9C35"/>
    </a:custClr>
    <a:custClr name="Atos Complementary Color Pink">
      <a:srgbClr val="D71F85"/>
    </a:custClr>
    <a:custClr name="Atos Complementary Color Dark grey">
      <a:srgbClr val="898D8D"/>
    </a:custClr>
    <a:custClr name="Atos Complementary Color Light blue">
      <a:srgbClr val="00AFD8"/>
    </a:custClr>
    <a:custClr name="Atos Complementary Color Blue">
      <a:srgbClr val="0089C4"/>
    </a:custClr>
  </a:custClrLst>
  <a:extLst>
    <a:ext uri="{05A4C25C-085E-4340-85A3-A5531E510DB2}">
      <thm15:themeFamily xmlns:thm15="http://schemas.microsoft.com/office/thememl/2012/main" name="Presentation5" id="{1C8FF2A3-AD79-480A-87CD-33E405469FBF}" vid="{6914A5C6-EBFC-4622-ACB0-3122FA4C6D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Atos v4.0</Template>
  <TotalTime>123</TotalTime>
  <Words>377</Words>
  <Application>Microsoft Office PowerPoint</Application>
  <PresentationFormat>On-screen Show (16:9)</PresentationFormat>
  <Paragraphs>47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Lucida Sans Unicode</vt:lpstr>
      <vt:lpstr>Verdana</vt:lpstr>
      <vt:lpstr>Atos v4.0</vt:lpstr>
      <vt:lpstr>How to create a snapshot of VM</vt:lpstr>
      <vt:lpstr>PowerPoint Presentation</vt:lpstr>
      <vt:lpstr>Log in to VM Cloud Services</vt:lpstr>
      <vt:lpstr>PowerPoint Presentation</vt:lpstr>
      <vt:lpstr>PowerPoint Presentation</vt:lpstr>
      <vt:lpstr>Create the snapshot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  For more information please contact: T+ 33 1 98765432 M+ 33 6 44445678 firstname.lastname@atos.net</vt:lpstr>
    </vt:vector>
  </TitlesOfParts>
  <Company>Atos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add disk to VM</dc:title>
  <dc:creator>A750269</dc:creator>
  <cp:lastModifiedBy>Pucek, Sebastian</cp:lastModifiedBy>
  <cp:revision>19</cp:revision>
  <dcterms:created xsi:type="dcterms:W3CDTF">2020-08-13T17:57:17Z</dcterms:created>
  <dcterms:modified xsi:type="dcterms:W3CDTF">2020-08-18T07:17:28Z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um">
    <vt:lpwstr>dd-mm-yyyy</vt:lpwstr>
  </property>
  <property fmtid="{D5CDD505-2E9C-101B-9397-08002B2CF9AE}" pid="3" name="Author">
    <vt:lpwstr/>
  </property>
  <property fmtid="{D5CDD505-2E9C-101B-9397-08002B2CF9AE}" pid="4" name="GBU">
    <vt:lpwstr/>
  </property>
  <property fmtid="{D5CDD505-2E9C-101B-9397-08002B2CF9AE}" pid="5" name="Division">
    <vt:lpwstr/>
  </property>
  <property fmtid="{D5CDD505-2E9C-101B-9397-08002B2CF9AE}" pid="6" name="Department">
    <vt:lpwstr/>
  </property>
  <property fmtid="{D5CDD505-2E9C-101B-9397-08002B2CF9AE}" pid="7" name="Classification">
    <vt:lpwstr>© Atos - For internal use</vt:lpwstr>
  </property>
  <property fmtid="{D5CDD505-2E9C-101B-9397-08002B2CF9AE}" pid="8" name="MSIP_Label_112e00b9-34e2-4b26-a577-af1fd0f9f7ee_Enabled">
    <vt:lpwstr>True</vt:lpwstr>
  </property>
  <property fmtid="{D5CDD505-2E9C-101B-9397-08002B2CF9AE}" pid="9" name="MSIP_Label_112e00b9-34e2-4b26-a577-af1fd0f9f7ee_SiteId">
    <vt:lpwstr>33440fc6-b7c7-412c-bb73-0e70b0198d5a</vt:lpwstr>
  </property>
  <property fmtid="{D5CDD505-2E9C-101B-9397-08002B2CF9AE}" pid="10" name="MSIP_Label_112e00b9-34e2-4b26-a577-af1fd0f9f7ee_Owner">
    <vt:lpwstr>sebastian.pucek@atos.net</vt:lpwstr>
  </property>
  <property fmtid="{D5CDD505-2E9C-101B-9397-08002B2CF9AE}" pid="11" name="MSIP_Label_112e00b9-34e2-4b26-a577-af1fd0f9f7ee_SetDate">
    <vt:lpwstr>2020-08-13T18:58:58.0181530Z</vt:lpwstr>
  </property>
  <property fmtid="{D5CDD505-2E9C-101B-9397-08002B2CF9AE}" pid="12" name="MSIP_Label_112e00b9-34e2-4b26-a577-af1fd0f9f7ee_Name">
    <vt:lpwstr>Atos For Internal Use</vt:lpwstr>
  </property>
  <property fmtid="{D5CDD505-2E9C-101B-9397-08002B2CF9AE}" pid="13" name="MSIP_Label_112e00b9-34e2-4b26-a577-af1fd0f9f7ee_Application">
    <vt:lpwstr>Microsoft Azure Information Protection</vt:lpwstr>
  </property>
  <property fmtid="{D5CDD505-2E9C-101B-9397-08002B2CF9AE}" pid="14" name="MSIP_Label_112e00b9-34e2-4b26-a577-af1fd0f9f7ee_ActionId">
    <vt:lpwstr>59b2f936-4c72-461c-b0c4-caaf70296f98</vt:lpwstr>
  </property>
  <property fmtid="{D5CDD505-2E9C-101B-9397-08002B2CF9AE}" pid="15" name="MSIP_Label_112e00b9-34e2-4b26-a577-af1fd0f9f7ee_Extended_MSFT_Method">
    <vt:lpwstr>Automatic</vt:lpwstr>
  </property>
  <property fmtid="{D5CDD505-2E9C-101B-9397-08002B2CF9AE}" pid="16" name="MSIP_Label_e463cba9-5f6c-478d-9329-7b2295e4e8ed_Enabled">
    <vt:lpwstr>True</vt:lpwstr>
  </property>
  <property fmtid="{D5CDD505-2E9C-101B-9397-08002B2CF9AE}" pid="17" name="MSIP_Label_e463cba9-5f6c-478d-9329-7b2295e4e8ed_SiteId">
    <vt:lpwstr>33440fc6-b7c7-412c-bb73-0e70b0198d5a</vt:lpwstr>
  </property>
  <property fmtid="{D5CDD505-2E9C-101B-9397-08002B2CF9AE}" pid="18" name="MSIP_Label_e463cba9-5f6c-478d-9329-7b2295e4e8ed_Owner">
    <vt:lpwstr>sebastian.pucek@atos.net</vt:lpwstr>
  </property>
  <property fmtid="{D5CDD505-2E9C-101B-9397-08002B2CF9AE}" pid="19" name="MSIP_Label_e463cba9-5f6c-478d-9329-7b2295e4e8ed_SetDate">
    <vt:lpwstr>2020-08-13T18:58:58.0181530Z</vt:lpwstr>
  </property>
  <property fmtid="{D5CDD505-2E9C-101B-9397-08002B2CF9AE}" pid="20" name="MSIP_Label_e463cba9-5f6c-478d-9329-7b2295e4e8ed_Name">
    <vt:lpwstr>Atos For Internal Use - All Employees</vt:lpwstr>
  </property>
  <property fmtid="{D5CDD505-2E9C-101B-9397-08002B2CF9AE}" pid="21" name="MSIP_Label_e463cba9-5f6c-478d-9329-7b2295e4e8ed_Application">
    <vt:lpwstr>Microsoft Azure Information Protection</vt:lpwstr>
  </property>
  <property fmtid="{D5CDD505-2E9C-101B-9397-08002B2CF9AE}" pid="22" name="MSIP_Label_e463cba9-5f6c-478d-9329-7b2295e4e8ed_ActionId">
    <vt:lpwstr>59b2f936-4c72-461c-b0c4-caaf70296f98</vt:lpwstr>
  </property>
  <property fmtid="{D5CDD505-2E9C-101B-9397-08002B2CF9AE}" pid="23" name="MSIP_Label_e463cba9-5f6c-478d-9329-7b2295e4e8ed_Parent">
    <vt:lpwstr>112e00b9-34e2-4b26-a577-af1fd0f9f7ee</vt:lpwstr>
  </property>
  <property fmtid="{D5CDD505-2E9C-101B-9397-08002B2CF9AE}" pid="24" name="MSIP_Label_e463cba9-5f6c-478d-9329-7b2295e4e8ed_Extended_MSFT_Method">
    <vt:lpwstr>Automatic</vt:lpwstr>
  </property>
  <property fmtid="{D5CDD505-2E9C-101B-9397-08002B2CF9AE}" pid="25" name="Sensitivity">
    <vt:lpwstr>Atos For Internal Use Atos For Internal Use - All Employees</vt:lpwstr>
  </property>
</Properties>
</file>